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502920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margin opportunity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lever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KVI efficiency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Promotions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0" y="960120"/>
            <a:ext cx="26060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109728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implication: Architecture-first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Deep Dive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502920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structure &amp; premiumization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observations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Supporting evidence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0" y="960120"/>
            <a:ext cx="26060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109728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implication: Validate role design.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Structural Themes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502920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KVI &amp; promotions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KVI concentration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Promo intensity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0" y="960120"/>
            <a:ext cx="26060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109728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implication: Reinforce base-price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Retailer-Specific Considerations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502920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appendix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0" y="960120"/>
            <a:ext cx="26060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109728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implication: Client-specific validation.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Export Template</dc:title>
  <dc:subject>PptxGenJS Presentation</dc:subject>
  <dc:creator>PptxGenJS</dc:creator>
  <cp:lastModifiedBy>PptxGenJS</cp:lastModifiedBy>
  <cp:revision>1</cp:revision>
  <dcterms:created xsi:type="dcterms:W3CDTF">2026-05-21T14:00:52Z</dcterms:created>
  <dcterms:modified xsi:type="dcterms:W3CDTF">2026-05-21T14:00:52Z</dcterms:modified>
</cp:coreProperties>
</file>